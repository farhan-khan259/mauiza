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67" r:id="rId34"/>
  </p:sldIdLst>
  <p:sldSz cx="18288000" cy="10287000"/>
  <p:notesSz cx="6858000" cy="9144000"/>
  <p:embeddedFontLst>
    <p:embeddedFont>
      <p:font typeface="Childos Arabic" panose="020B0604020202020204" charset="-78"/>
      <p:regular r:id="rId35"/>
    </p:embeddedFont>
    <p:embeddedFont>
      <p:font typeface="Crimson Pro" panose="020B0604020202020204" charset="0"/>
      <p:regular r:id="rId36"/>
    </p:embeddedFont>
    <p:embeddedFont>
      <p:font typeface="KaiTi" panose="02010609060101010101" pitchFamily="49" charset="-122"/>
      <p:regular r:id="rId37"/>
    </p:embeddedFont>
    <p:embeddedFont>
      <p:font typeface="Sugo Classic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-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2" Type="http://schemas.microsoft.com/office/2007/relationships/media" Target="../media/media1.mp3"/><Relationship Id="rId1" Type="http://schemas.openxmlformats.org/officeDocument/2006/relationships/audi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52520" y="5878830"/>
            <a:ext cx="18640520" cy="6758940"/>
          </a:xfrm>
          <a:custGeom>
            <a:avLst/>
            <a:gdLst/>
            <a:ahLst/>
            <a:cxnLst/>
            <a:rect l="l" t="t" r="r" b="b"/>
            <a:pathLst>
              <a:path w="18640520" h="6758940">
                <a:moveTo>
                  <a:pt x="0" y="0"/>
                </a:moveTo>
                <a:lnTo>
                  <a:pt x="18640520" y="0"/>
                </a:lnTo>
                <a:lnTo>
                  <a:pt x="18640520" y="6758940"/>
                </a:lnTo>
                <a:lnTo>
                  <a:pt x="0" y="675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3" b="-9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984616" y="-490898"/>
            <a:ext cx="3335307" cy="8085592"/>
          </a:xfrm>
          <a:custGeom>
            <a:avLst/>
            <a:gdLst/>
            <a:ahLst/>
            <a:cxnLst/>
            <a:rect l="l" t="t" r="r" b="b"/>
            <a:pathLst>
              <a:path w="3335307" h="8085592">
                <a:moveTo>
                  <a:pt x="0" y="0"/>
                </a:moveTo>
                <a:lnTo>
                  <a:pt x="3335307" y="0"/>
                </a:lnTo>
                <a:lnTo>
                  <a:pt x="3335307" y="8085592"/>
                </a:lnTo>
                <a:lnTo>
                  <a:pt x="0" y="808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029755" y="1929549"/>
            <a:ext cx="14228491" cy="2712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95"/>
              </a:lnSpc>
            </a:pPr>
            <a:r>
              <a:rPr lang="en-US" sz="16211" dirty="0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Arabic Letters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73142" y="5028439"/>
            <a:ext cx="5941715" cy="85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78"/>
              </a:lnSpc>
            </a:pPr>
            <a:r>
              <a:rPr lang="en-US" sz="4770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By Mauiza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662648" y="3716455"/>
            <a:ext cx="10962704" cy="251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3"/>
              </a:lnSpc>
            </a:pPr>
            <a:r>
              <a:rPr lang="en-US" sz="3599" dirty="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Alphabets are like little building blocks. We use them to make words! Just like Lego pieces make a tower, alphabets make sentences</a:t>
            </a:r>
          </a:p>
          <a:p>
            <a:pPr algn="ctr">
              <a:lnSpc>
                <a:spcPts val="5003"/>
              </a:lnSpc>
            </a:pPr>
            <a:endParaRPr lang="en-US" sz="3599" dirty="0">
              <a:solidFill>
                <a:srgbClr val="000000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What are Alphabets?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81220" y="6033357"/>
            <a:ext cx="11344132" cy="2089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70"/>
              </a:lnSpc>
            </a:pPr>
            <a:r>
              <a:rPr lang="en-US" sz="3000" dirty="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Example:  The word 'apple' has 5 letters: A, P, P, L, E. When these letters come together, they make the word apple</a:t>
            </a:r>
          </a:p>
          <a:p>
            <a:pPr algn="ctr">
              <a:lnSpc>
                <a:spcPts val="4170"/>
              </a:lnSpc>
            </a:pPr>
            <a:endParaRPr lang="en-US" sz="3000" dirty="0">
              <a:solidFill>
                <a:srgbClr val="000000"/>
              </a:solidFill>
              <a:latin typeface="Crimson Pro"/>
              <a:ea typeface="Crimson Pro"/>
              <a:cs typeface="Crimson Pro"/>
              <a:sym typeface="Crimson Pro"/>
            </a:endParaRPr>
          </a:p>
          <a:p>
            <a:pPr algn="ctr">
              <a:lnSpc>
                <a:spcPts val="4170"/>
              </a:lnSpc>
            </a:pPr>
            <a:endParaRPr lang="en-US" sz="3000" dirty="0">
              <a:solidFill>
                <a:srgbClr val="000000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500755" y="3604461"/>
            <a:ext cx="11286491" cy="187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3"/>
              </a:lnSpc>
            </a:pPr>
            <a:r>
              <a:rPr lang="en-US" sz="3599" dirty="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Arabic is another language like English. It’s special language because the Holy Quran was revealed in it. Like English, Arabic has its own letters.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What Are Arabic Alphabets?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81220" y="6023832"/>
            <a:ext cx="11344132" cy="2980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47"/>
              </a:lnSpc>
            </a:pPr>
            <a:r>
              <a:rPr lang="en-US" sz="3199" dirty="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Example:  The word 'Quran' in Arabic uses Arabic alphabets: </a:t>
            </a:r>
          </a:p>
          <a:p>
            <a:pPr algn="ctr">
              <a:lnSpc>
                <a:spcPts val="5976"/>
              </a:lnSpc>
            </a:pPr>
            <a:r>
              <a:rPr lang="en-US" sz="4299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(Kaf)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ar-EG" sz="6600" b="1" dirty="0">
                <a:solidFill>
                  <a:srgbClr val="FF3131"/>
                </a:solidFill>
                <a:latin typeface="KaiTi" panose="020B0503020204020204" pitchFamily="49" charset="-122"/>
                <a:ea typeface="KaiTi" panose="020B0503020204020204" pitchFamily="49" charset="-122"/>
                <a:cs typeface="KFGQPC Uthmanic Script HAFS" panose="02000000000000000000" pitchFamily="2" charset="-78"/>
                <a:sym typeface="Childos Arabic"/>
                <a:rtl/>
              </a:rPr>
              <a:t>ق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en-US" sz="4299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,(Ra)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ar-EG" sz="6600" b="1" dirty="0">
                <a:solidFill>
                  <a:srgbClr val="FF3131"/>
                </a:solidFill>
                <a:latin typeface="KaiTi" panose="020B0503020204020204" pitchFamily="49" charset="-122"/>
                <a:ea typeface="KaiTi" panose="020B0503020204020204" pitchFamily="49" charset="-122"/>
                <a:cs typeface="KFGQPC Uthmanic Script HAFS" panose="02000000000000000000" pitchFamily="2" charset="-78"/>
                <a:sym typeface="Childos Arabic"/>
                <a:rtl/>
              </a:rPr>
              <a:t>ر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en-US" sz="4299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,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en-US" sz="4299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(Alif)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ar-EG" sz="6600" b="1" dirty="0">
                <a:solidFill>
                  <a:srgbClr val="FF3131"/>
                </a:solidFill>
                <a:latin typeface="KaiTi" panose="020B0503020204020204" pitchFamily="49" charset="-122"/>
                <a:ea typeface="KaiTi" panose="020B0503020204020204" pitchFamily="49" charset="-122"/>
                <a:cs typeface="KFGQPC Uthmanic Script HAFS" panose="02000000000000000000" pitchFamily="2" charset="-78"/>
                <a:sym typeface="Childos Arabic"/>
                <a:rtl/>
              </a:rPr>
              <a:t>ا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en-US" sz="4299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, (Noon)</a:t>
            </a:r>
            <a:r>
              <a:rPr lang="en-US" sz="4299" dirty="0">
                <a:solidFill>
                  <a:srgbClr val="000000"/>
                </a:solidFill>
                <a:latin typeface="Childos Arabic"/>
                <a:ea typeface="Childos Arabic"/>
                <a:cs typeface="Childos Arabic"/>
                <a:sym typeface="Childos Arabic"/>
              </a:rPr>
              <a:t> </a:t>
            </a:r>
            <a:r>
              <a:rPr lang="ar-EG" sz="6600" b="1" dirty="0">
                <a:solidFill>
                  <a:srgbClr val="FF3131"/>
                </a:solidFill>
                <a:latin typeface="KaiTi" panose="020B0503020204020204" pitchFamily="49" charset="-122"/>
                <a:ea typeface="KaiTi" panose="020B0503020204020204" pitchFamily="49" charset="-122"/>
                <a:cs typeface="KFGQPC Uthmanic Script HAFS" panose="02000000000000000000" pitchFamily="2" charset="-78"/>
                <a:sym typeface="Childos Arabic"/>
                <a:rtl/>
              </a:rPr>
              <a:t>ن</a:t>
            </a:r>
            <a:endParaRPr lang="ar-EG" sz="4299" b="1" dirty="0">
              <a:solidFill>
                <a:srgbClr val="FF3131"/>
              </a:solidFill>
              <a:latin typeface="KaiTi" panose="020B0503020204020204" pitchFamily="49" charset="-122"/>
              <a:ea typeface="KaiTi" panose="020B0503020204020204" pitchFamily="49" charset="-122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>
              <a:lnSpc>
                <a:spcPts val="4170"/>
              </a:lnSpc>
            </a:pPr>
            <a:endParaRPr lang="ar-EG" sz="4299" dirty="0">
              <a:solidFill>
                <a:srgbClr val="FF3131"/>
              </a:solidFill>
              <a:latin typeface="Childos Arabic"/>
              <a:ea typeface="Childos Arabic"/>
              <a:cs typeface="Childos Arabic"/>
              <a:sym typeface="Childos Arabic"/>
              <a:rtl/>
            </a:endParaRPr>
          </a:p>
          <a:p>
            <a:pPr algn="ctr">
              <a:lnSpc>
                <a:spcPts val="4170"/>
              </a:lnSpc>
            </a:pPr>
            <a:endParaRPr lang="ar-EG" sz="4299" dirty="0">
              <a:solidFill>
                <a:srgbClr val="FF3131"/>
              </a:solidFill>
              <a:latin typeface="Childos Arabic"/>
              <a:ea typeface="Childos Arabic"/>
              <a:cs typeface="Childos Arabic"/>
              <a:sym typeface="Childos Arabic"/>
              <a:rtl/>
            </a:endParaRPr>
          </a:p>
          <a:p>
            <a:pPr algn="ctr">
              <a:lnSpc>
                <a:spcPts val="4170"/>
              </a:lnSpc>
            </a:pPr>
            <a:endParaRPr lang="ar-EG" sz="4299" dirty="0">
              <a:solidFill>
                <a:srgbClr val="FF3131"/>
              </a:solidFill>
              <a:latin typeface="Childos Arabic"/>
              <a:ea typeface="Childos Arabic"/>
              <a:cs typeface="Childos Arabic"/>
              <a:sym typeface="Childos Arabic"/>
              <a:rtl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408446" y="3596099"/>
            <a:ext cx="10962704" cy="250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3"/>
              </a:lnSpc>
            </a:pPr>
            <a:r>
              <a:rPr lang="en-US" sz="3599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Alphabets have sounds we say with our mouth. Arabic alphabets are special because we know them by their sounds</a:t>
            </a:r>
          </a:p>
          <a:p>
            <a:pPr algn="ctr">
              <a:lnSpc>
                <a:spcPts val="5003"/>
              </a:lnSpc>
            </a:pPr>
            <a:endParaRPr lang="en-US" sz="3599">
              <a:solidFill>
                <a:srgbClr val="000000"/>
              </a:solidFill>
              <a:latin typeface="Crimson Pro"/>
              <a:ea typeface="Crimson Pro"/>
              <a:cs typeface="Crimson Pro"/>
              <a:sym typeface="Crimson Pr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5143" y="1258287"/>
            <a:ext cx="13049309" cy="1533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78"/>
              </a:lnSpc>
            </a:pPr>
            <a:r>
              <a:rPr lang="en-US" sz="8627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What Is the Sound of Alphabets?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85785" y="6191669"/>
            <a:ext cx="11516430" cy="264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3"/>
              </a:lnSpc>
            </a:pPr>
            <a:r>
              <a:rPr lang="en-US" sz="3045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Example:  Like Arabic letter </a:t>
            </a:r>
            <a:r>
              <a:rPr lang="ar-EG" sz="4800" b="1" dirty="0">
                <a:solidFill>
                  <a:srgbClr val="FF0000"/>
                </a:solidFill>
                <a:latin typeface="Crimson Pro" panose="020B0604020202020204" charset="0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ا</a:t>
            </a:r>
            <a:r>
              <a:rPr lang="en-US" sz="3045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 sounds like </a:t>
            </a:r>
            <a:r>
              <a:rPr lang="en-US" sz="3600" b="1" dirty="0">
                <a:solidFill>
                  <a:srgbClr val="FF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A</a:t>
            </a:r>
            <a:r>
              <a:rPr lang="en-US" sz="3045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 and Arabic letter </a:t>
            </a:r>
            <a:r>
              <a:rPr lang="ar-EG" sz="4800" b="1" dirty="0">
                <a:solidFill>
                  <a:srgbClr val="FF0000"/>
                </a:solidFill>
                <a:latin typeface="Crimson Pro" panose="020B0604020202020204" charset="0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ب</a:t>
            </a:r>
            <a:r>
              <a:rPr lang="en-US" sz="3045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 sounds like </a:t>
            </a:r>
            <a:r>
              <a:rPr lang="en-US" sz="3600" b="1" dirty="0">
                <a:solidFill>
                  <a:srgbClr val="FF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B</a:t>
            </a:r>
            <a:endParaRPr lang="en-US" sz="3045" b="1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233"/>
              </a:lnSpc>
            </a:pPr>
            <a:endParaRPr lang="en-US" sz="3045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233"/>
              </a:lnSpc>
            </a:pPr>
            <a:endParaRPr lang="en-US" sz="3045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</a:endParaRPr>
          </a:p>
          <a:p>
            <a:pPr algn="ctr">
              <a:lnSpc>
                <a:spcPts val="4233"/>
              </a:lnSpc>
            </a:pPr>
            <a:endParaRPr lang="en-US" sz="3045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/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276600" y="4290085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ا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Alif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1st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AF5446BC-C6BD-8BA6-ECBC-AA1248B1141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3100" end="50326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26690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88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2C9C3-1836-9107-EE84-1B8DC546B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370A35-2DE6-4655-23B2-0EC24A3EDFA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5E19BEB-698C-5B9F-8AB1-DF678325E243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F577B14-9333-2EF1-BA80-EE47C99D9054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F68BC99-E643-208D-41AB-FE3D09BE78DD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5BFB0C-AB1C-EB9D-39E3-3139EBB03E3D}"/>
              </a:ext>
            </a:extLst>
          </p:cNvPr>
          <p:cNvSpPr txBox="1"/>
          <p:nvPr/>
        </p:nvSpPr>
        <p:spPr>
          <a:xfrm>
            <a:off x="3276600" y="4290085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ب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Baa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0F45D2-4A3E-ED9C-29C5-4ABBD2815E98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2nd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A0B867BC-C13C-B372-C839-62EC6D49077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8735" end="497722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2669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8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8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79FFF-B8F8-58D7-6407-4F2CFAE8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B716CC-C0BD-AEDA-F2CC-B4C4792980F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183CD89-224B-CB5E-504F-4480656AD154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4A04B7C-B610-6251-99F1-2373F0ADC4C7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565A621-5FFB-DFA3-D49F-F6BD03083CF5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623461A-5555-6469-ECCA-FE72EA4328DB}"/>
              </a:ext>
            </a:extLst>
          </p:cNvPr>
          <p:cNvSpPr txBox="1"/>
          <p:nvPr/>
        </p:nvSpPr>
        <p:spPr>
          <a:xfrm>
            <a:off x="3276600" y="4290085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ت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Taa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6A77026-55FA-EFE3-E1EC-E074B2683702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3rd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3D739659-D987-AA66-CA9D-77CDCD892D5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34939" end="491354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2669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7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4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ADA5-C51E-F696-6E4F-D3F8AD9BE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746249-309B-9213-1419-48FF44733A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5F62A16-CD58-2DE4-853B-DF82D2F0F87C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24A78BB-E035-E3BA-2869-76A32269CE09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8865B42-B4D9-7705-3EE7-768221E7BBAB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B5C506-AF0E-A6C3-66F2-53A33480808F}"/>
              </a:ext>
            </a:extLst>
          </p:cNvPr>
          <p:cNvSpPr txBox="1"/>
          <p:nvPr/>
        </p:nvSpPr>
        <p:spPr>
          <a:xfrm>
            <a:off x="3276600" y="4290085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ث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Saa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76C589C-F26A-88BA-24A2-26DDBADF5968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4th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22D8ADC2-59B6-BBB3-8BF1-F25E861E12F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1164" end="48417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2669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8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90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85F97-0135-2AE0-98D3-6A38419F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510B39D-1612-A9C6-E38A-10C2B9E5856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D371731-AAB3-4708-7064-804FE7982E42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CB40FA-96FF-2A29-EBA6-860E9DE34D89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C388B6C-407B-5668-6912-9374E4897AAE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2D56D9-3AAF-30EF-411E-08AF275E8FBF}"/>
              </a:ext>
            </a:extLst>
          </p:cNvPr>
          <p:cNvSpPr txBox="1"/>
          <p:nvPr/>
        </p:nvSpPr>
        <p:spPr>
          <a:xfrm>
            <a:off x="3276600" y="3427962"/>
            <a:ext cx="10962704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ج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en-US" sz="8800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Geem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5006CD8-02E5-762D-3210-FA69CC5DDC64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5th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18B11E8C-09D4-87E7-C5EE-6B9D34D2282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3352" end="463477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8091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87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1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7E500-B90B-8B02-E8BA-A0B832F7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C9E0B04-16FF-3719-94AE-3C72B3BC64D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90EF2E7-721E-E9C1-1B53-B8356810C804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9FA4014-8990-5DD2-5147-520F45A2836E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0B90F18-721F-7DBC-EA9C-0A81A2CF0B78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835CADA-A512-2A08-C7D0-E08BA72A6DB7}"/>
              </a:ext>
            </a:extLst>
          </p:cNvPr>
          <p:cNvSpPr txBox="1"/>
          <p:nvPr/>
        </p:nvSpPr>
        <p:spPr>
          <a:xfrm>
            <a:off x="3276600" y="3427962"/>
            <a:ext cx="10962704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ح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en-US" sz="8800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Haa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BFCCA0F-7587-B6B5-C5BF-BC77213ECF60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6th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3B61E083-126C-0634-9AEA-C770C88935E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69078" end="456414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8091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5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4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82C3E-7FAB-D464-4BE3-F6B87FD9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87631E-4190-F9A9-6E35-8FCA7059AE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CF04891-2C57-C722-270A-484676EAB499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E6B2C73-3850-3855-4B4E-75158CC73D11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7B5C3B-DE93-81B4-98BF-7C3545A3CA46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570ADC6-21A2-6EB2-31E3-30DE9A088DC8}"/>
              </a:ext>
            </a:extLst>
          </p:cNvPr>
          <p:cNvSpPr txBox="1"/>
          <p:nvPr/>
        </p:nvSpPr>
        <p:spPr>
          <a:xfrm>
            <a:off x="3276600" y="3427962"/>
            <a:ext cx="10962704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خ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en-US" sz="8800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Khaa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EEAE64D-A534-C1CC-33AA-CB808871CB94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7th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D56BB65F-4583-83B1-CE29-1257514AE50E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90318" end="435189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8091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0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7FF73-7D9B-2512-69DF-D6EB93AA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D45EDF-2972-1EBC-CDF1-B17A3B133DF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9387119-C5BB-86D2-85B2-6CE1EF772228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9BFB0E8-63D9-939F-6169-3020D1CB0D6E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E1F9302-4FB5-EDCE-2500-A038464A450B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F494063-49B3-9034-403F-F0CDE2F4ADE8}"/>
              </a:ext>
            </a:extLst>
          </p:cNvPr>
          <p:cNvSpPr txBox="1"/>
          <p:nvPr/>
        </p:nvSpPr>
        <p:spPr>
          <a:xfrm>
            <a:off x="3276600" y="4290085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د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Daal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D3543FC-732C-EEC7-F3A4-EA5FD21C430A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8th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FF66430D-94B9-689B-32DC-79AB556559C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18990" end="406674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2669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66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76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0E2B-6A85-90C4-288D-81634290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D09E28-69C5-6E6F-68F6-BB533577F88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41E6C4-CF7A-8450-B852-0CF3774A6A4F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038C97F-AA04-5EE3-63F6-8F698E664E3D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BBE95E9-8AE9-65A2-644C-D726ECE0CFB9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4186962-4FD3-E315-634A-FE967C70224B}"/>
              </a:ext>
            </a:extLst>
          </p:cNvPr>
          <p:cNvSpPr txBox="1"/>
          <p:nvPr/>
        </p:nvSpPr>
        <p:spPr>
          <a:xfrm>
            <a:off x="3276600" y="4290085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ذ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Zaal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2BEB368-42B3-913B-4888-2C4394C139E5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9th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992388DB-106C-FE13-47FC-75BFE06ED0AA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24998" end="400702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26690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1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4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8A9FE-8760-2F02-983B-1A790887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57E65C-4FCA-8657-AD22-4BDCB732312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14F1DC5-C655-8376-6196-E005696B6A6C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207FFDD-AF6B-03F7-F117-53703933D842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0D7FFD-B3ED-95EE-E3AE-97B8027CDA8C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02EAA76-7964-6019-72BC-CBC348A0392C}"/>
              </a:ext>
            </a:extLst>
          </p:cNvPr>
          <p:cNvSpPr txBox="1"/>
          <p:nvPr/>
        </p:nvSpPr>
        <p:spPr>
          <a:xfrm>
            <a:off x="3276600" y="3543300"/>
            <a:ext cx="10962704" cy="32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ر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ct val="15000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Raa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1F745D-1D37-52D3-C0D6-C983DE3010C3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10th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B734112D-4CAE-2C2E-D58B-A15CA225750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37715" end="388734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16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9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AF433-B54F-A604-C136-4EBAF550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7FEC98-0462-D481-C64F-5ABB0166069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051D348-FB20-1196-BF0E-BE2C928B8C3D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6879FFF-B6F0-79EA-C28F-BB32D866B6BA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0423A26-73DA-63D2-2A92-8C5B617BE498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9A44550-2E30-1233-E047-11E7C94B8DCF}"/>
              </a:ext>
            </a:extLst>
          </p:cNvPr>
          <p:cNvSpPr txBox="1"/>
          <p:nvPr/>
        </p:nvSpPr>
        <p:spPr>
          <a:xfrm>
            <a:off x="3276600" y="3543300"/>
            <a:ext cx="10962704" cy="32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ز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ct val="15000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Zaa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F072596-C9FE-5A04-B54A-DE77D8D9C16D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11th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7A1DFCB5-87C4-CD0E-5245-6D8C2763359B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44415" end="381723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12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ED595-95EE-848F-820F-D97292CD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32CA2C-553E-E35C-2510-FAA1B17FEA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9526FD3-BE29-216B-F8F9-118B76C3B6E6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5FA865F-F4ED-E342-A120-D26885FFD9D5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8ECD1DC-3BDF-63F2-503D-202C60B73547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AD5949E-0698-BD47-F2D2-452CCDA5041B}"/>
              </a:ext>
            </a:extLst>
          </p:cNvPr>
          <p:cNvSpPr txBox="1"/>
          <p:nvPr/>
        </p:nvSpPr>
        <p:spPr>
          <a:xfrm>
            <a:off x="3276600" y="3543300"/>
            <a:ext cx="10962704" cy="32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س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ct val="15000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Seen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167C897-9C7B-563C-5112-8FF23159704B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12th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77DD369F-7836-F155-A1DD-3512117E66F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50046" end="37608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1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4ACF-FC45-4D82-66E7-C2D6F15E0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B9E3D9-C75A-EC7C-9656-834B7FA471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3EB482-B5C3-B192-448B-30295088AFB5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2DE7E87-FF3D-416F-EDFD-E9FCA0B99962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66A097C-DF37-858C-47F9-5EAC1B3CC042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CB44DC6-DE7F-B905-6483-3F235AEE49B8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ش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Sheen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A40EA3-981C-9747-425A-08EC75A1DD63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13th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F02F7B31-2516-54F2-B72F-C0DEA5AF6C5F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56682" end="37008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1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7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6E15-D3E3-C0D3-6033-A8AB0F202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F0D0776-F682-2D2F-3727-1417D13DE3D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DBA6B0E-5DA4-802C-0B16-754F6514D999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B87C2F6-1133-469A-0C50-5FC6136415DD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AD832B8-3E0C-0690-FEF7-3A18E0DDB45B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78F0A6B-2090-7440-30FD-7A8ED7630333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ص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Suaad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15C70FC-F090-3ADD-8924-75E8761E8C6A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14th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E15EF9BA-6F9A-F95D-2EE0-946D9B0E09FF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62194" end="36394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8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8E00-61E1-7A38-C6DE-E99671E3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A01309-8DF8-4FA8-59BD-85612EEF14F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880ABF1-2035-79F1-EF73-88CE608C5A50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E5420CF-C9BA-AE99-7E66-0057FEB983F8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4B6439E-A13B-EE4F-65D0-0634249B4342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9A28631-FF71-4CC0-E756-EF548BF9970E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ض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Duaad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77B1928-B008-0433-D6CF-267BE9EAE822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15th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BBB5DB9D-0327-0D0C-97AC-6B708B8B44D0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178325" end="348264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74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5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C328A-B768-6017-519D-2F3E33934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9D0269-8EF0-AF9C-91B3-ED0B16CFC90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68B172E-D4FB-F224-1937-88DF816FA55D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2160836-BA3D-AABE-394D-8EB9636060E0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4D2CB1C-C269-83C0-6347-696FE615D869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6D8BC44-8308-7165-D06B-08F9E54BCFB7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ط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Tuaa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AF72FBC-30E0-A08F-E0F2-E552BFCD0265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16th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8CDE39BF-1FBF-30BD-E6F9-EAAD554F284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00070" end="32616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704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4F419-B583-8DA5-867A-55D35676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160BA8-9941-AE00-DD52-C3AE1EB91A8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00886B6-E93F-4DEC-9318-1CE7B37BF026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70AA7AC-332D-46EB-2F0C-E9F719E45D9C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5D3DA9F-4FB2-1A3D-F60A-C15EF5DDCD8C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2E9B5E6-64E2-3733-0EC2-EA2AACB62DF2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ظ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Zaaa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DDA71D8-B671-ED32-5E11-231114324DF8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17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55E8F705-A322-75AB-61D4-F4D52BCA806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27496" end="29862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029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1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B28A8-E3B1-C62D-2E11-A802DC8A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F117B2-13FE-FD80-6F33-E42B1DB042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9342C2-A52A-FF83-EB83-6F8200CB94AE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F1A6841-9F76-94CD-8F05-ADB32657E158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994BDDF-FD0E-4734-5B0A-9E33F1205F81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AA9771-DC64-53FF-E7B8-6D34D6E09F3B}"/>
              </a:ext>
            </a:extLst>
          </p:cNvPr>
          <p:cNvSpPr txBox="1"/>
          <p:nvPr/>
        </p:nvSpPr>
        <p:spPr>
          <a:xfrm>
            <a:off x="3276600" y="3427962"/>
            <a:ext cx="10962704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ع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en-US" sz="8800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Aeen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2120055-A006-BE61-DFCC-E5D152830180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18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ACD4E203-CD15-8F5F-07AF-C46066280FD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256325" end="270452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8091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92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6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56BDA-5B08-7D90-84BA-FD6909AD0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525B52-84C9-81E1-6FDC-DFFABB81A9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7F2F29-90C7-FC03-6386-CC70F2582AA8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3F18429-CE6B-406E-7773-FD9D157F11C6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F46A508-BD9C-FFC6-E816-65FDB88008A7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8E6CBCD-600D-422E-F657-795F13693E6C}"/>
              </a:ext>
            </a:extLst>
          </p:cNvPr>
          <p:cNvSpPr txBox="1"/>
          <p:nvPr/>
        </p:nvSpPr>
        <p:spPr>
          <a:xfrm>
            <a:off x="3276600" y="3427962"/>
            <a:ext cx="10962704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غ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en-US" sz="8800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Ghaeen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8FECBA4-F000-195A-8AC8-BE7B5B3C76E8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19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3D2B49EA-A71F-D216-54AB-BFB5BC736F27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04012" end="122768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8091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08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6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6C8CC-5DF2-49C5-B133-245B861B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47B261-130A-60F2-89EB-B722BAF49D6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6E17106-FD20-B13A-3BFA-B430A77DB537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4C9F585-5C8A-240E-34D0-E88CA14809A6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3474C61-3B51-257C-7556-39A348240DF4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C9AA59D-046E-0592-D370-7D69071C3BCE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ف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Faa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4A4009E-2837-A60C-7FB3-8B0DE6E4F89E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20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D61C1D89-33DA-28B2-8985-47AFB427B17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26486" end="99647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7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4E987-2BBE-2619-A741-71868D988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8A216D-4454-BAD0-F723-292304A1E41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C50EA36-E951-F4C2-EDD1-0382B611B468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6A71A3F-B5DD-ECB9-BE5A-A94C56CD443C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D75641B-5816-3A2B-71B3-D703B924FFE3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474A58-CDB0-E829-075E-9D612BBDB1DA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ق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Qaaf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6C5CCDB-72AE-72C7-EA96-EB4DAFEC88AF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21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st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B5A47B20-2B62-3AF3-3678-9577B7FA0C2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33067" end="9369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6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7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07C45-A7AE-038D-34A2-D29A74B7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BE7B3D-3613-B8A0-BCF7-937CFAAB0E4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7898B1-3FDF-55E6-A975-39E287E73FCC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E4D18AC-51D5-7C65-3231-217208E4B490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19E05B5-49B9-C4C3-1959-E840C2E3F623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72F1AF8-E5A9-B6D9-2B74-09010EDCAF4B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ك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Kaaf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03E042C-2EBB-885C-EB8C-0DF03C6826A0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22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nd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3D122A9A-FE07-2AF3-B48F-D89C24CAEC72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64344" end="62427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05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6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25D2-28EB-C4BD-0D9F-BA129DCC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54EC114-1F84-667C-38C8-D47B7B28764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C0B0960-17F2-2C4D-14BA-D2ECAAE3CF02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58D7165-F728-92F5-6A17-30DF05CF90F2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C966753-F109-57B7-87A6-48810B4AC30D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AEE6075-43F4-99C8-62C5-C62256BD11C5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ل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Laam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74617EA-F958-8CB4-67A9-EEE2DEFEFE5F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23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rd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00BCA090-6266-AAA5-8DF3-B3C17305514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70344" end="56239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46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5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7E9F-69DF-1F3B-085F-A6D53E5E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D4138F-EE00-1296-6984-2E8D06C6EF0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915AD2D-9DF0-4692-91C2-C26B3732B7D1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071A92D-B721-3547-9F97-DA13B9BB7201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39D2B69-E631-E4F9-0C00-EE657475D087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6702528-95E4-17E1-6C9E-A7EE6B69D84C}"/>
              </a:ext>
            </a:extLst>
          </p:cNvPr>
          <p:cNvSpPr txBox="1"/>
          <p:nvPr/>
        </p:nvSpPr>
        <p:spPr>
          <a:xfrm>
            <a:off x="3276600" y="3427962"/>
            <a:ext cx="10962704" cy="427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م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en-US" sz="8800" dirty="0">
              <a:solidFill>
                <a:srgbClr val="000000"/>
              </a:solidFill>
              <a:latin typeface="Crimson Pro" panose="020B0604020202020204" charset="0"/>
              <a:ea typeface="Childos Arabic"/>
              <a:cs typeface="Childos Arabic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</a:rPr>
              <a:t>Meem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088679B-6E01-EA80-3992-2CBF5D517604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24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C550EACF-C93E-D9C1-D3C5-8038384DE791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77250" end="50046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809136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12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4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9C346-E283-54DC-5101-340176C0B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BA4D403-5B6D-94CB-B5E1-F16C16B4D3A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2FE3B57-2FFD-D098-30A1-96679F146531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6AF7035-BDD7-44E9-9365-8FCD902FC972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D2DF32D-7BAB-A77E-EFB1-558576CDCED9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299B6C4-7B85-F0A2-3E80-3877C2C891E1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ن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Noon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A40CFA0-C2DE-C084-9A03-0926E90DE9AA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25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CA48F162-E7E2-0CF9-4C4E-DA5B3E92D833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83118" end="43589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09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2A942-18BE-FC18-8306-C4D53D443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505497-9E9A-E99A-0CAE-0C970556DB6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5BA98F7-2EC6-C408-D55B-261565DE2964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965738E-C273-5E2E-CA78-82C6B3B311CD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C750729-FA76-9FD4-851A-82B4143A2E7C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617A4D4-B938-61EA-CB88-6EC620DDE7F7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و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Wow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4179EAF-AC20-6E3E-5E6E-4B95CE2AAB66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26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DB6FC07D-4257-64AD-C01E-B17F638D2575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08273" end="17869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71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B9688-8C1F-C37F-5CC9-D47889D6F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CDA8F05-807D-7D23-6534-1FA6DF4FF7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7B9832F-E3FA-9B5D-A158-2327DC7B03EB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7AC240-779B-6D94-F894-9680E343EE86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FC5B11A-2B5D-A16B-290D-A03A4B4E3CF0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EF6B6FC-0919-F02F-3A71-1D8CBA51C8BB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ه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Haa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93CED36-2C57-362B-9BDF-EED0600E187A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27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CCEC9DF0-56CD-C2FB-52F5-6BBE1B9A9689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489012" end="37135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121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9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519A3-8C82-374C-A77F-0B0B603A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8740A8-C5EE-C46B-C2C8-44AF379BD03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22" b="-9222"/>
            </a:stretch>
          </a:blipFill>
        </p:spPr>
        <p:txBody>
          <a:bodyPr/>
          <a:lstStyle/>
          <a:p>
            <a:endParaRPr lang="en-US" b="1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A4A58E6-5F3C-D306-C5FB-2C0B0077724A}"/>
              </a:ext>
            </a:extLst>
          </p:cNvPr>
          <p:cNvSpPr/>
          <p:nvPr/>
        </p:nvSpPr>
        <p:spPr>
          <a:xfrm>
            <a:off x="473299" y="-818860"/>
            <a:ext cx="1701877" cy="4125764"/>
          </a:xfrm>
          <a:custGeom>
            <a:avLst/>
            <a:gdLst/>
            <a:ahLst/>
            <a:cxnLst/>
            <a:rect l="l" t="t" r="r" b="b"/>
            <a:pathLst>
              <a:path w="1701877" h="4125764">
                <a:moveTo>
                  <a:pt x="0" y="0"/>
                </a:moveTo>
                <a:lnTo>
                  <a:pt x="1701877" y="0"/>
                </a:lnTo>
                <a:lnTo>
                  <a:pt x="1701877" y="4125764"/>
                </a:lnTo>
                <a:lnTo>
                  <a:pt x="0" y="41257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097B0A7-8462-BE0B-C2A5-0E70D61CB2AB}"/>
              </a:ext>
            </a:extLst>
          </p:cNvPr>
          <p:cNvSpPr/>
          <p:nvPr/>
        </p:nvSpPr>
        <p:spPr>
          <a:xfrm>
            <a:off x="16112824" y="4832136"/>
            <a:ext cx="3653151" cy="6381050"/>
          </a:xfrm>
          <a:custGeom>
            <a:avLst/>
            <a:gdLst/>
            <a:ahLst/>
            <a:cxnLst/>
            <a:rect l="l" t="t" r="r" b="b"/>
            <a:pathLst>
              <a:path w="3653151" h="6381050">
                <a:moveTo>
                  <a:pt x="0" y="0"/>
                </a:moveTo>
                <a:lnTo>
                  <a:pt x="3653151" y="0"/>
                </a:lnTo>
                <a:lnTo>
                  <a:pt x="3653151" y="6381050"/>
                </a:lnTo>
                <a:lnTo>
                  <a:pt x="0" y="63810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36AA0BF-D71A-982F-8ECA-5E03F9B36895}"/>
              </a:ext>
            </a:extLst>
          </p:cNvPr>
          <p:cNvSpPr/>
          <p:nvPr/>
        </p:nvSpPr>
        <p:spPr>
          <a:xfrm>
            <a:off x="13137880" y="8252132"/>
            <a:ext cx="3622518" cy="3513843"/>
          </a:xfrm>
          <a:custGeom>
            <a:avLst/>
            <a:gdLst/>
            <a:ahLst/>
            <a:cxnLst/>
            <a:rect l="l" t="t" r="r" b="b"/>
            <a:pathLst>
              <a:path w="3622518" h="3513843">
                <a:moveTo>
                  <a:pt x="0" y="0"/>
                </a:moveTo>
                <a:lnTo>
                  <a:pt x="3622518" y="0"/>
                </a:lnTo>
                <a:lnTo>
                  <a:pt x="3622518" y="3513843"/>
                </a:lnTo>
                <a:lnTo>
                  <a:pt x="0" y="35138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D41D347-D86E-B341-8522-2FBD9DB28DE3}"/>
              </a:ext>
            </a:extLst>
          </p:cNvPr>
          <p:cNvSpPr txBox="1"/>
          <p:nvPr/>
        </p:nvSpPr>
        <p:spPr>
          <a:xfrm>
            <a:off x="3276600" y="3543300"/>
            <a:ext cx="10962704" cy="284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1120"/>
              </a:lnSpc>
            </a:pPr>
            <a:r>
              <a:rPr lang="ar-EG" sz="16600" b="1" dirty="0">
                <a:solidFill>
                  <a:srgbClr val="FF0000"/>
                </a:solidFill>
                <a:latin typeface="Childos Arabic"/>
                <a:ea typeface="Childos Arabic"/>
                <a:cs typeface="KFGQPC Uthmanic Script HAFS" panose="02000000000000000000" pitchFamily="2" charset="-78"/>
                <a:sym typeface="Childos Arabic"/>
                <a:rtl/>
              </a:rPr>
              <a:t>ي</a:t>
            </a:r>
            <a:endParaRPr lang="en-US" sz="16600" b="1" dirty="0">
              <a:solidFill>
                <a:srgbClr val="FF0000"/>
              </a:solidFill>
              <a:latin typeface="Childos Arabic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  <a:p>
            <a:pPr algn="ctr" rtl="1">
              <a:lnSpc>
                <a:spcPts val="11120"/>
              </a:lnSpc>
            </a:pP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(</a:t>
            </a:r>
            <a:r>
              <a:rPr lang="en-US" sz="8800" dirty="0" err="1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Yaaa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)</a:t>
            </a:r>
            <a:r>
              <a:rPr lang="en-US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 </a:t>
            </a:r>
            <a:r>
              <a:rPr lang="ar-EG" sz="8800" dirty="0">
                <a:solidFill>
                  <a:srgbClr val="000000"/>
                </a:solidFill>
                <a:latin typeface="Crimson Pro" panose="020B0604020202020204" charset="0"/>
                <a:ea typeface="Childos Arabic"/>
                <a:cs typeface="Childos Arabic"/>
                <a:sym typeface="Childos Arabic"/>
                <a:rtl/>
              </a:rPr>
              <a:t> </a:t>
            </a:r>
            <a:endParaRPr lang="ar-EG" sz="8800" dirty="0">
              <a:solidFill>
                <a:srgbClr val="FF0000"/>
              </a:solidFill>
              <a:latin typeface="Crimson Pro" panose="020B0604020202020204" charset="0"/>
              <a:ea typeface="Childos Arabic"/>
              <a:cs typeface="KFGQPC Uthmanic Script HAFS" panose="02000000000000000000" pitchFamily="2" charset="-78"/>
              <a:sym typeface="Childos Arabic"/>
              <a:rtl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CF1B66-5CE0-F523-B481-C70F725BAA7E}"/>
              </a:ext>
            </a:extLst>
          </p:cNvPr>
          <p:cNvSpPr txBox="1"/>
          <p:nvPr/>
        </p:nvSpPr>
        <p:spPr>
          <a:xfrm>
            <a:off x="2365143" y="1229712"/>
            <a:ext cx="13049309" cy="174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28</a:t>
            </a:r>
            <a:r>
              <a:rPr lang="en-US" sz="10426" baseline="30000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</a:t>
            </a:r>
            <a:r>
              <a:rPr lang="en-US" sz="10426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Letter</a:t>
            </a:r>
          </a:p>
        </p:txBody>
      </p:sp>
      <p:pic>
        <p:nvPicPr>
          <p:cNvPr id="8" name="Arabic Alphabet Pronunciation [TubeRipper.com]">
            <a:hlinkClick r:id="" action="ppaction://media"/>
            <a:extLst>
              <a:ext uri="{FF2B5EF4-FFF2-40B4-BE49-F238E27FC236}">
                <a16:creationId xmlns:a16="http://schemas.microsoft.com/office/drawing/2014/main" id="{EDB4A30E-7E26-2FD8-1812-34690D93A028}"/>
              </a:ext>
            </a:extLst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15011" end="11640"/>
                </p14:media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584997" y="7048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7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89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10927" y="1445946"/>
            <a:ext cx="13266145" cy="350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97"/>
              </a:lnSpc>
            </a:pPr>
            <a:r>
              <a:rPr lang="en-US" sz="20927" dirty="0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Alhamdulillah</a:t>
            </a:r>
          </a:p>
        </p:txBody>
      </p:sp>
      <p:sp>
        <p:nvSpPr>
          <p:cNvPr id="4" name="Freeform 4"/>
          <p:cNvSpPr/>
          <p:nvPr/>
        </p:nvSpPr>
        <p:spPr>
          <a:xfrm>
            <a:off x="-352520" y="5878830"/>
            <a:ext cx="18640520" cy="6758940"/>
          </a:xfrm>
          <a:custGeom>
            <a:avLst/>
            <a:gdLst/>
            <a:ahLst/>
            <a:cxnLst/>
            <a:rect l="l" t="t" r="r" b="b"/>
            <a:pathLst>
              <a:path w="18640520" h="6758940">
                <a:moveTo>
                  <a:pt x="0" y="0"/>
                </a:moveTo>
                <a:lnTo>
                  <a:pt x="18640520" y="0"/>
                </a:lnTo>
                <a:lnTo>
                  <a:pt x="18640520" y="6758940"/>
                </a:lnTo>
                <a:lnTo>
                  <a:pt x="0" y="675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63" b="-9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984616" y="-490898"/>
            <a:ext cx="3335307" cy="8085592"/>
          </a:xfrm>
          <a:custGeom>
            <a:avLst/>
            <a:gdLst/>
            <a:ahLst/>
            <a:cxnLst/>
            <a:rect l="l" t="t" r="r" b="b"/>
            <a:pathLst>
              <a:path w="3335307" h="8085592">
                <a:moveTo>
                  <a:pt x="0" y="0"/>
                </a:moveTo>
                <a:lnTo>
                  <a:pt x="3335307" y="0"/>
                </a:lnTo>
                <a:lnTo>
                  <a:pt x="3335307" y="8085592"/>
                </a:lnTo>
                <a:lnTo>
                  <a:pt x="0" y="808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367</Words>
  <Application>Microsoft Office PowerPoint</Application>
  <PresentationFormat>Custom</PresentationFormat>
  <Paragraphs>105</Paragraphs>
  <Slides>33</Slides>
  <Notes>0</Notes>
  <HiddenSlides>0</HiddenSlides>
  <MMClips>28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Calibri</vt:lpstr>
      <vt:lpstr>KaiTi</vt:lpstr>
      <vt:lpstr>Sugo Classic</vt:lpstr>
      <vt:lpstr>Childos Arabic</vt:lpstr>
      <vt:lpstr>Arial</vt:lpstr>
      <vt:lpstr>Crimson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Black Modern Watercolor Presentation</dc:title>
  <cp:lastModifiedBy>Muneeb Ahmed</cp:lastModifiedBy>
  <cp:revision>22</cp:revision>
  <dcterms:created xsi:type="dcterms:W3CDTF">2006-08-16T00:00:00Z</dcterms:created>
  <dcterms:modified xsi:type="dcterms:W3CDTF">2025-04-07T02:44:29Z</dcterms:modified>
  <dc:identifier>DAGj2PcveoM</dc:identifier>
</cp:coreProperties>
</file>